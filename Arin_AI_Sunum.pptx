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97316"/>
                </a:solidFill>
              </a:defRPr>
            </a:pPr>
            <a:r>
              <a:t>🛡️ ARIN AI ENTERPRISE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Maden Sektörüne Özel 360° Proaktif İSG &amp; Karar Destek Platformu</a:t>
            </a:r>
          </a:p>
          <a:p>
            <a:br/>
            <a:br/>
            <a:pPr algn="ctr">
              <a:defRPr sz="1600">
                <a:solidFill>
                  <a:srgbClr val="E2E8F0"/>
                </a:solidFill>
              </a:defRPr>
            </a:pPr>
            <a:r>
              <a:t>Alperen Taşkıran | Aethel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7316"/>
                </a:solidFill>
              </a:defRPr>
            </a:pPr>
            <a:r>
              <a:t>📍 Problem: Saha Gerçekleri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Geleneksel İSG süreçleri reaktiftir ve zaman kaybına yol açar.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📚 Karmaşık Mevzuat &amp; Veri Yığını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Yüzlerce sayfalık maden mevzuatı ve geçmiş kaza raporları arasında acil durumlarda hızlı karar vermek oldukça zordur.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⏳ Vardiyalar Arası Veri Kopukluğu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Önceki vardiyadaki kılcal gaz artışları veya çatlaklar, sonraki vardiyaya aktarılırken gözden kaçabilmektedir.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⚡ Operasyonel Görüş Ayrılıkları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İSG Ekipleri (Tam Güvenlik) ile Üretim Ekipleri (Operasyonel Devamlılık) arasındaki doğal iletişim ve karar çatışmaları.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7316"/>
                </a:solidFill>
              </a:defRPr>
            </a:pPr>
            <a:r>
              <a:t>📍 Çözüm: Arın AI Nedir?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Saha verilerini anlık analiz eden proaktif karar destek platformu.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🔍 360° RAG Mimarisi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Mevzuat, Tarihsel Kazalar ve MTA Jeoloji veritabanlarını eş zamanlı tarayarak kanıta dayalı analiz sunar.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🤝 Multi-Agent Çatışma Simülasyonu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İSG ve Üretim Ajanlarının görüşlerini sentezleyerek Başmühendis Ajanı üzerinden optimum kararı üretir.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📈 Shift Memory (Saha Hafızası)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Gaz ivmelenmelerini ve saha risklerini vardiyalar arası kesintisiz olarak takip eder ve görselleştirir.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7316"/>
                </a:solidFill>
              </a:defRPr>
            </a:pPr>
            <a:r>
              <a:t>📍 Öne Çıkan Core Özellikler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Modüllerin Saha Avantajları ve Teknik Yetenekleri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3192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F172A"/>
                          </a:solidFill>
                        </a:defRPr>
                      </a:pPr>
                      <a:r>
                        <a:t>Modül / Özellik</a:t>
                      </a:r>
                    </a:p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F172A"/>
                          </a:solidFill>
                        </a:defRPr>
                      </a:pPr>
                      <a:r>
                        <a:t>Ne İşe Yarar?</a:t>
                      </a:r>
                    </a:p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F172A"/>
                          </a:solidFill>
                        </a:defRPr>
                      </a:pPr>
                      <a:r>
                        <a:t>Saha Avantajı</a:t>
                      </a:r>
                    </a:p>
                  </a:txBody>
                  <a:tcPr>
                    <a:solidFill>
                      <a:srgbClr val="F9731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📍 Saha Lokasyon Hiyerarşisi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Ayna, Kör Galeri gibi alanları otomatik tanır.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Lokasyona özel kritik risk ve kontrol listesi sunar.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🚜 Ekipman &amp; LOTO Kartı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Fan, trafo vb. arızalarında otomasyona geçer.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Zorunlu Kilitleme-Etiketleme prosedürünü basar.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📈 CH4 Trend Hafızası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Vardiyalar arası gaz değişimini takip eder.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Patlama riski gerçekleşmeden proaktif uyarı verir.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🧮 Deterministik Motorlar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Fine-Kinney, L-Tipi Matris ve Gürültü hesabı yapar.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Halüsinasyon riskini sıfırlar, kesin matematik verir.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7316"/>
                </a:solidFill>
              </a:defRPr>
            </a:pPr>
            <a:r>
              <a:t>📍 Güvenli İş Akışı: Human-in-the-Loop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Yapay zeka önerir, yetkili başmühendis onaylar.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🔐 Tam Yasal Uyum ve Sorumluluk Yönetimi</a:t>
            </a:r>
            <a:b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Çoklu Girdi Desteği: Ses kayıtları (Whisper), PDF, Word, Excel ve manuel metinler işlenir.</a:t>
            </a:r>
            <a:b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AI Analiz Süreci: 360° RAG veritabanı taraması ile proaktif DÖF planı hazırlanır.</a:t>
            </a:r>
            <a:b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Mühendis Onayı: Sistem aksiyon emrini otomatik olarak doğrudan sahaya göndermez.</a:t>
            </a:r>
            <a:b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Sahaya Sevk: Başmühendis kararı inceleyip '📌 Onayla ve Sahaya Sevk Et' butonuna bastığı an canlı görev panosuna aktarılır.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</a:defRPr>
            </a:pPr>
            <a:r>
              <a:t>🎯 Vizyon: Sıfır Kaza Hedefi</a:t>
            </a:r>
          </a:p>
          <a:p>
            <a:br/>
            <a:pPr algn="ctr">
              <a:defRPr sz="2200" i="1">
                <a:solidFill>
                  <a:srgbClr val="FFFFFF"/>
                </a:solidFill>
              </a:defRPr>
            </a:pPr>
            <a:r>
              <a:t>"Arın AI: Madende Güvenlik Tesadüf Değil, Mühendisliktir."</a:t>
            </a:r>
            <a:br/>
          </a:p>
          <a:p>
            <a:pPr algn="ctr">
              <a:defRPr sz="1800">
                <a:solidFill>
                  <a:srgbClr val="E2E8F0"/>
                </a:solidFill>
              </a:defRPr>
            </a:pPr>
            <a:r>
              <a:t>Teşekkürler! / Sorular &amp; Canlı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